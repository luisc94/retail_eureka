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Integração Blockchain:</a:t>
            </a:r>
          </a:p>
          <a:p>
            <a:r>
              <a:t>Plataforma Retail-Eureka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Estratégia de Adaptação e Arquitetura Híbrida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Adaptação da Lógica de Negócio (Chaincode)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Simplificação de Estados de Transporte:</a:t>
            </a:r>
          </a:p>
          <a:p>
            <a:pPr lvl="1"/>
            <a:r>
              <a:t>Substituição da verificação rígida 'Kargolandi' por estados flexíveis (IN_TRANSIT).</a:t>
            </a:r>
          </a:p>
          <a:p>
            <a:pPr/>
            <a:r>
              <a:t>Remoção de Dados Obrigatórios:</a:t>
            </a:r>
          </a:p>
          <a:p>
            <a:pPr lvl="1"/>
            <a:r>
              <a:t>Eliminação da obrigatoriedade do campo Matrícula (trackingNo) no Pickup.</a:t>
            </a:r>
          </a:p>
          <a:p>
            <a:pPr lvl="1"/>
            <a:r>
              <a:t>Foco na rastreabilidade do lote, agilizando o processo.</a:t>
            </a:r>
          </a:p>
          <a:p>
            <a:pPr/>
            <a:r>
              <a:t>Nova Funcionalidade de Tracking:</a:t>
            </a:r>
          </a:p>
          <a:p>
            <a:pPr lvl="1"/>
            <a:r>
              <a:t>Implementação da função GetHistoryForAsset(id).</a:t>
            </a:r>
          </a:p>
          <a:p>
            <a:pPr lvl="1"/>
            <a:r>
              <a:t>Permite consultar toda a linha temporal do produto para gerar gráficos.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Integração Híbrida (Web 2.0 + Web 3.0)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Infraestrutura Híbrida (Windows &amp; Linux):</a:t>
            </a:r>
          </a:p>
          <a:p>
            <a:pPr lvl="1"/>
            <a:r>
              <a:t>Django (Windows) para gestão rápida vs. Blockchain (Linux/WSL2) para segurança.</a:t>
            </a:r>
          </a:p>
          <a:p>
            <a:pPr/>
            <a:r>
              <a:t>Padrão 'Bridge' (Middleware Go):</a:t>
            </a:r>
          </a:p>
          <a:p>
            <a:pPr lvl="1"/>
            <a:r>
              <a:t>API Intermédia que traduz pedidos HTTP do site em transações assinadas.</a:t>
            </a:r>
          </a:p>
          <a:p>
            <a:pPr/>
            <a:r>
              <a:t>Fluxo de Dados Seguro:</a:t>
            </a:r>
          </a:p>
          <a:p>
            <a:pPr lvl="1"/>
            <a:r>
              <a:t>1. Produtor: Regista Colheita -&gt; Django envia JSON.</a:t>
            </a:r>
          </a:p>
          <a:p>
            <a:pPr lvl="1"/>
            <a:r>
              <a:t>2. Middleware: Assina digitalmente.</a:t>
            </a:r>
          </a:p>
          <a:p>
            <a:pPr lvl="1"/>
            <a:r>
              <a:t>3. Blockchain: Valida e grava imutavelmente.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