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Manuel Oliveira Carvalho" userId="7d4dce56-d659-4624-99e1-f03dfbbe0cb5" providerId="ADAL" clId="{BE6C316E-7C9F-403C-BC45-404CAE1B666A}"/>
    <pc:docChg chg="undo custSel modSld">
      <pc:chgData name="Luis Manuel Oliveira Carvalho" userId="7d4dce56-d659-4624-99e1-f03dfbbe0cb5" providerId="ADAL" clId="{BE6C316E-7C9F-403C-BC45-404CAE1B666A}" dt="2026-02-16T17:16:39.171" v="22" actId="5793"/>
      <pc:docMkLst>
        <pc:docMk/>
      </pc:docMkLst>
      <pc:sldChg chg="modSp mod">
        <pc:chgData name="Luis Manuel Oliveira Carvalho" userId="7d4dce56-d659-4624-99e1-f03dfbbe0cb5" providerId="ADAL" clId="{BE6C316E-7C9F-403C-BC45-404CAE1B666A}" dt="2026-02-16T17:16:39.171" v="22" actId="5793"/>
        <pc:sldMkLst>
          <pc:docMk/>
          <pc:sldMk cId="0" sldId="257"/>
        </pc:sldMkLst>
        <pc:spChg chg="mod">
          <ac:chgData name="Luis Manuel Oliveira Carvalho" userId="7d4dce56-d659-4624-99e1-f03dfbbe0cb5" providerId="ADAL" clId="{BE6C316E-7C9F-403C-BC45-404CAE1B666A}" dt="2026-02-16T17:16:39.171" v="22" actId="5793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Blockchain Integration:</a:t>
            </a:r>
          </a:p>
          <a:p>
            <a:r>
              <a:t>Retail-Eureka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 Adaptation Strategy &amp; Hybrid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Logic Adaptations (Smart Contract)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1. Transportation Status Simplification:</a:t>
            </a:r>
          </a:p>
          <a:p>
            <a:pPr lvl="1"/>
            <a:r>
              <a:rPr dirty="0"/>
              <a:t>Replaced hardcoded '</a:t>
            </a:r>
            <a:r>
              <a:rPr dirty="0" err="1"/>
              <a:t>Kargolandi</a:t>
            </a:r>
            <a:r>
              <a:rPr dirty="0"/>
              <a:t>' check with flexible status handling</a:t>
            </a:r>
            <a:r>
              <a:rPr lang="en-US" dirty="0"/>
              <a:t> (</a:t>
            </a:r>
            <a:r>
              <a:rPr dirty="0"/>
              <a:t>IN_TRANSIT, DELIVERED).</a:t>
            </a:r>
            <a:endParaRPr lang="en-US" dirty="0"/>
          </a:p>
          <a:p>
            <a:pPr marL="457200" lvl="1" indent="0">
              <a:buNone/>
            </a:pPr>
            <a:endParaRPr dirty="0"/>
          </a:p>
          <a:p>
            <a:r>
              <a:rPr dirty="0"/>
              <a:t>2. Removal of Mandatory Vehicle Data:</a:t>
            </a:r>
          </a:p>
          <a:p>
            <a:pPr lvl="1"/>
            <a:r>
              <a:rPr dirty="0"/>
              <a:t>Removed mandatory '</a:t>
            </a:r>
            <a:r>
              <a:rPr dirty="0" err="1"/>
              <a:t>trackingNo</a:t>
            </a:r>
            <a:r>
              <a:rPr dirty="0"/>
              <a:t>' (License Plate) from Pickup logic.</a:t>
            </a:r>
            <a:endParaRPr lang="en-US" dirty="0"/>
          </a:p>
          <a:p>
            <a:pPr marL="457200" lvl="1" indent="0">
              <a:buNone/>
            </a:pPr>
            <a:endParaRPr dirty="0"/>
          </a:p>
          <a:p>
            <a:r>
              <a:rPr dirty="0"/>
              <a:t>3. New Full History Feature:</a:t>
            </a:r>
          </a:p>
          <a:p>
            <a:pPr lvl="1"/>
            <a:r>
              <a:rPr dirty="0"/>
              <a:t>Implemented '</a:t>
            </a:r>
            <a:r>
              <a:rPr dirty="0" err="1"/>
              <a:t>GetHistoryForAsset</a:t>
            </a:r>
            <a:r>
              <a:rPr dirty="0"/>
              <a:t>(id)' function.</a:t>
            </a:r>
          </a:p>
          <a:p>
            <a:pPr lvl="1"/>
            <a:r>
              <a:rPr dirty="0"/>
              <a:t>Allows full timeline visualization (Creator -&gt; Transporter -&gt; Retailer).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Integration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Architecture Evolution:</a:t>
            </a:r>
          </a:p>
          <a:p>
            <a:pPr lvl="1"/>
            <a:r>
              <a:rPr dirty="0"/>
              <a:t>Original: Angular -&gt; .NET -&gt; Go Middleware -&gt; Blockchain.</a:t>
            </a:r>
          </a:p>
          <a:p>
            <a:pPr lvl="1"/>
            <a:r>
              <a:rPr dirty="0"/>
              <a:t>New (Optimized): Django (Python) -&gt; Go Middleware -&gt; Blockchain.</a:t>
            </a:r>
          </a:p>
          <a:p>
            <a:r>
              <a:rPr dirty="0"/>
              <a:t>Middleware Role (' The Protocol Translator'):</a:t>
            </a:r>
          </a:p>
          <a:p>
            <a:pPr lvl="1"/>
            <a:r>
              <a:rPr dirty="0"/>
              <a:t>Blockchain requires </a:t>
            </a:r>
            <a:r>
              <a:rPr dirty="0" err="1"/>
              <a:t>gRPC</a:t>
            </a:r>
            <a:r>
              <a:rPr dirty="0"/>
              <a:t> and Binary Signing (not JSON).</a:t>
            </a:r>
          </a:p>
          <a:p>
            <a:pPr lvl="1"/>
            <a:r>
              <a:rPr dirty="0"/>
              <a:t>Django sends simple JSON; Middleware signs &amp; converts to </a:t>
            </a:r>
            <a:r>
              <a:rPr dirty="0" err="1"/>
              <a:t>gRPC</a:t>
            </a:r>
            <a:r>
              <a:rPr dirty="0"/>
              <a:t>.</a:t>
            </a:r>
          </a:p>
          <a:p>
            <a:r>
              <a:rPr dirty="0"/>
              <a:t>Strategic Advantage:</a:t>
            </a:r>
          </a:p>
          <a:p>
            <a:pPr lvl="1"/>
            <a:r>
              <a:rPr dirty="0"/>
              <a:t>Security Isolation: Keys stay in Linux (Go), Logic stays in Windows (Django).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</Words>
  <Application>Microsoft Office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Blockchain Integration: Retail-Eureka Platform</vt:lpstr>
      <vt:lpstr>Business Logic Adaptations (Smart Contract)</vt:lpstr>
      <vt:lpstr>Hybrid Integration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Manuel Oliveira Carvalho</cp:lastModifiedBy>
  <cp:revision>1</cp:revision>
  <dcterms:created xsi:type="dcterms:W3CDTF">2013-01-27T09:14:16Z</dcterms:created>
  <dcterms:modified xsi:type="dcterms:W3CDTF">2026-02-16T17:18:37Z</dcterms:modified>
  <cp:category/>
</cp:coreProperties>
</file>